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900" r:id="rId2"/>
    <p:sldId id="901" r:id="rId3"/>
    <p:sldId id="26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1CE9CE-F4E3-4E7C-8A3E-7CDB02003ADC}" v="24" dt="2025-10-13T15:36:32.8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rivar Ruiz Diaz" userId="a702ded6-4206-4f52-94a6-2694c54a7805" providerId="ADAL" clId="{FA0E5C74-06FC-44E0-A57F-9CACE9587D66}"/>
    <pc:docChg chg="undo custSel addSld delSld modSld">
      <pc:chgData name="Dorivar Ruiz Diaz" userId="a702ded6-4206-4f52-94a6-2694c54a7805" providerId="ADAL" clId="{FA0E5C74-06FC-44E0-A57F-9CACE9587D66}" dt="2025-07-03T16:49:20.540" v="9"/>
      <pc:docMkLst>
        <pc:docMk/>
      </pc:docMkLst>
      <pc:sldChg chg="new del">
        <pc:chgData name="Dorivar Ruiz Diaz" userId="a702ded6-4206-4f52-94a6-2694c54a7805" providerId="ADAL" clId="{FA0E5C74-06FC-44E0-A57F-9CACE9587D66}" dt="2025-07-03T16:48:40.951" v="2" actId="47"/>
        <pc:sldMkLst>
          <pc:docMk/>
          <pc:sldMk cId="4000841141" sldId="256"/>
        </pc:sldMkLst>
      </pc:sldChg>
      <pc:sldChg chg="add">
        <pc:chgData name="Dorivar Ruiz Diaz" userId="a702ded6-4206-4f52-94a6-2694c54a7805" providerId="ADAL" clId="{FA0E5C74-06FC-44E0-A57F-9CACE9587D66}" dt="2025-07-03T16:49:20.540" v="9"/>
        <pc:sldMkLst>
          <pc:docMk/>
          <pc:sldMk cId="1236589592" sldId="264"/>
        </pc:sldMkLst>
      </pc:sldChg>
      <pc:sldChg chg="delSp add mod delAnim">
        <pc:chgData name="Dorivar Ruiz Diaz" userId="a702ded6-4206-4f52-94a6-2694c54a7805" providerId="ADAL" clId="{FA0E5C74-06FC-44E0-A57F-9CACE9587D66}" dt="2025-07-03T16:48:43.785" v="4" actId="478"/>
        <pc:sldMkLst>
          <pc:docMk/>
          <pc:sldMk cId="1009554892" sldId="900"/>
        </pc:sldMkLst>
      </pc:sldChg>
      <pc:sldChg chg="addSp delSp add mod delAnim">
        <pc:chgData name="Dorivar Ruiz Diaz" userId="a702ded6-4206-4f52-94a6-2694c54a7805" providerId="ADAL" clId="{FA0E5C74-06FC-44E0-A57F-9CACE9587D66}" dt="2025-07-03T16:48:54.048" v="8" actId="478"/>
        <pc:sldMkLst>
          <pc:docMk/>
          <pc:sldMk cId="2997158991" sldId="901"/>
        </pc:sldMkLst>
      </pc:sldChg>
    </pc:docChg>
  </pc:docChgLst>
  <pc:docChgLst>
    <pc:chgData name="Sofia Cominelli" userId="d5cf5f72-5ddb-4854-83b6-10ecff758a15" providerId="ADAL" clId="{D984B714-10F9-4A73-A47D-ED91CE260750}"/>
    <pc:docChg chg="undo custSel addSld delSld modSld">
      <pc:chgData name="Sofia Cominelli" userId="d5cf5f72-5ddb-4854-83b6-10ecff758a15" providerId="ADAL" clId="{D984B714-10F9-4A73-A47D-ED91CE260750}" dt="2025-10-13T15:36:35.246" v="74" actId="47"/>
      <pc:docMkLst>
        <pc:docMk/>
      </pc:docMkLst>
      <pc:sldChg chg="modSp">
        <pc:chgData name="Sofia Cominelli" userId="d5cf5f72-5ddb-4854-83b6-10ecff758a15" providerId="ADAL" clId="{D984B714-10F9-4A73-A47D-ED91CE260750}" dt="2025-10-13T15:30:05.319" v="13" actId="1076"/>
        <pc:sldMkLst>
          <pc:docMk/>
          <pc:sldMk cId="1009554892" sldId="900"/>
        </pc:sldMkLst>
        <pc:picChg chg="mod">
          <ac:chgData name="Sofia Cominelli" userId="d5cf5f72-5ddb-4854-83b6-10ecff758a15" providerId="ADAL" clId="{D984B714-10F9-4A73-A47D-ED91CE260750}" dt="2025-10-13T15:30:05.319" v="13" actId="1076"/>
          <ac:picMkLst>
            <pc:docMk/>
            <pc:sldMk cId="1009554892" sldId="900"/>
            <ac:picMk id="7" creationId="{00000000-0000-0000-0000-000000000000}"/>
          </ac:picMkLst>
        </pc:picChg>
      </pc:sldChg>
      <pc:sldChg chg="addSp delSp modSp new del mod">
        <pc:chgData name="Sofia Cominelli" userId="d5cf5f72-5ddb-4854-83b6-10ecff758a15" providerId="ADAL" clId="{D984B714-10F9-4A73-A47D-ED91CE260750}" dt="2025-10-13T15:36:35.246" v="74" actId="47"/>
        <pc:sldMkLst>
          <pc:docMk/>
          <pc:sldMk cId="419806723" sldId="902"/>
        </pc:sldMkLst>
        <pc:spChg chg="add mod">
          <ac:chgData name="Sofia Cominelli" userId="d5cf5f72-5ddb-4854-83b6-10ecff758a15" providerId="ADAL" clId="{D984B714-10F9-4A73-A47D-ED91CE260750}" dt="2025-10-13T15:34:01.722" v="71" actId="164"/>
          <ac:spMkLst>
            <pc:docMk/>
            <pc:sldMk cId="419806723" sldId="902"/>
            <ac:spMk id="14" creationId="{809C8808-5024-2687-204D-923D03F158A7}"/>
          </ac:spMkLst>
        </pc:spChg>
        <pc:grpChg chg="add mod">
          <ac:chgData name="Sofia Cominelli" userId="d5cf5f72-5ddb-4854-83b6-10ecff758a15" providerId="ADAL" clId="{D984B714-10F9-4A73-A47D-ED91CE260750}" dt="2025-10-13T15:34:17.833" v="72" actId="164"/>
          <ac:grpSpMkLst>
            <pc:docMk/>
            <pc:sldMk cId="419806723" sldId="902"/>
            <ac:grpSpMk id="15" creationId="{B4D0783F-BE60-23D2-764C-6E715E383599}"/>
          </ac:grpSpMkLst>
        </pc:grpChg>
        <pc:grpChg chg="add del mod">
          <ac:chgData name="Sofia Cominelli" userId="d5cf5f72-5ddb-4854-83b6-10ecff758a15" providerId="ADAL" clId="{D984B714-10F9-4A73-A47D-ED91CE260750}" dt="2025-10-13T15:36:32.807" v="73" actId="478"/>
          <ac:grpSpMkLst>
            <pc:docMk/>
            <pc:sldMk cId="419806723" sldId="902"/>
            <ac:grpSpMk id="16" creationId="{387C6A24-8884-7393-D060-38B82254717D}"/>
          </ac:grpSpMkLst>
        </pc:grpChg>
        <pc:picChg chg="add del mod">
          <ac:chgData name="Sofia Cominelli" userId="d5cf5f72-5ddb-4854-83b6-10ecff758a15" providerId="ADAL" clId="{D984B714-10F9-4A73-A47D-ED91CE260750}" dt="2025-10-13T15:30:11.691" v="15" actId="478"/>
          <ac:picMkLst>
            <pc:docMk/>
            <pc:sldMk cId="419806723" sldId="902"/>
            <ac:picMk id="2" creationId="{BF0C4A4D-117D-5A01-AFFF-16FEBD4C6B27}"/>
          </ac:picMkLst>
        </pc:picChg>
        <pc:picChg chg="add del mod">
          <ac:chgData name="Sofia Cominelli" userId="d5cf5f72-5ddb-4854-83b6-10ecff758a15" providerId="ADAL" clId="{D984B714-10F9-4A73-A47D-ED91CE260750}" dt="2025-10-13T15:30:09.885" v="14" actId="478"/>
          <ac:picMkLst>
            <pc:docMk/>
            <pc:sldMk cId="419806723" sldId="902"/>
            <ac:picMk id="3" creationId="{478F9CEE-44EE-D733-43B5-FFECE6024D13}"/>
          </ac:picMkLst>
        </pc:picChg>
        <pc:picChg chg="add mod modCrop">
          <ac:chgData name="Sofia Cominelli" userId="d5cf5f72-5ddb-4854-83b6-10ecff758a15" providerId="ADAL" clId="{D984B714-10F9-4A73-A47D-ED91CE260750}" dt="2025-10-13T15:30:03.339" v="12" actId="732"/>
          <ac:picMkLst>
            <pc:docMk/>
            <pc:sldMk cId="419806723" sldId="902"/>
            <ac:picMk id="4" creationId="{4F0C936F-07DC-B225-C337-DF925E7CCAA9}"/>
          </ac:picMkLst>
        </pc:picChg>
        <pc:picChg chg="add mod">
          <ac:chgData name="Sofia Cominelli" userId="d5cf5f72-5ddb-4854-83b6-10ecff758a15" providerId="ADAL" clId="{D984B714-10F9-4A73-A47D-ED91CE260750}" dt="2025-10-13T15:34:01.722" v="71" actId="164"/>
          <ac:picMkLst>
            <pc:docMk/>
            <pc:sldMk cId="419806723" sldId="902"/>
            <ac:picMk id="5" creationId="{8DABB54B-A75F-097B-EEFE-68A08E6A0B80}"/>
          </ac:picMkLst>
        </pc:picChg>
        <pc:picChg chg="add mod">
          <ac:chgData name="Sofia Cominelli" userId="d5cf5f72-5ddb-4854-83b6-10ecff758a15" providerId="ADAL" clId="{D984B714-10F9-4A73-A47D-ED91CE260750}" dt="2025-10-13T15:34:01.722" v="71" actId="164"/>
          <ac:picMkLst>
            <pc:docMk/>
            <pc:sldMk cId="419806723" sldId="902"/>
            <ac:picMk id="6" creationId="{89C917C9-922F-F9AA-C1A3-C2C2AA8F2104}"/>
          </ac:picMkLst>
        </pc:picChg>
        <pc:picChg chg="add mod modCrop">
          <ac:chgData name="Sofia Cominelli" userId="d5cf5f72-5ddb-4854-83b6-10ecff758a15" providerId="ADAL" clId="{D984B714-10F9-4A73-A47D-ED91CE260750}" dt="2025-10-13T15:34:17.833" v="72" actId="164"/>
          <ac:picMkLst>
            <pc:docMk/>
            <pc:sldMk cId="419806723" sldId="902"/>
            <ac:picMk id="7" creationId="{530AE18B-FDA2-DF0B-B76C-4DD71DC16425}"/>
          </ac:picMkLst>
        </pc:picChg>
        <pc:picChg chg="add mod modCrop">
          <ac:chgData name="Sofia Cominelli" userId="d5cf5f72-5ddb-4854-83b6-10ecff758a15" providerId="ADAL" clId="{D984B714-10F9-4A73-A47D-ED91CE260750}" dt="2025-10-13T15:34:01.722" v="71" actId="164"/>
          <ac:picMkLst>
            <pc:docMk/>
            <pc:sldMk cId="419806723" sldId="902"/>
            <ac:picMk id="8" creationId="{D781EE0F-A4A6-5ADD-CD25-0731AA79C9D3}"/>
          </ac:picMkLst>
        </pc:picChg>
        <pc:picChg chg="add mod modCrop">
          <ac:chgData name="Sofia Cominelli" userId="d5cf5f72-5ddb-4854-83b6-10ecff758a15" providerId="ADAL" clId="{D984B714-10F9-4A73-A47D-ED91CE260750}" dt="2025-10-13T15:34:01.722" v="71" actId="164"/>
          <ac:picMkLst>
            <pc:docMk/>
            <pc:sldMk cId="419806723" sldId="902"/>
            <ac:picMk id="9" creationId="{5FF0E5F2-9AA8-7685-AD11-18BDEE34CC34}"/>
          </ac:picMkLst>
        </pc:picChg>
        <pc:picChg chg="add mod modCrop">
          <ac:chgData name="Sofia Cominelli" userId="d5cf5f72-5ddb-4854-83b6-10ecff758a15" providerId="ADAL" clId="{D984B714-10F9-4A73-A47D-ED91CE260750}" dt="2025-10-13T15:34:01.722" v="71" actId="164"/>
          <ac:picMkLst>
            <pc:docMk/>
            <pc:sldMk cId="419806723" sldId="902"/>
            <ac:picMk id="10" creationId="{398D5721-C234-BF80-F0EC-DBC544ECFFAE}"/>
          </ac:picMkLst>
        </pc:picChg>
        <pc:picChg chg="add mod modCrop">
          <ac:chgData name="Sofia Cominelli" userId="d5cf5f72-5ddb-4854-83b6-10ecff758a15" providerId="ADAL" clId="{D984B714-10F9-4A73-A47D-ED91CE260750}" dt="2025-10-13T15:34:01.722" v="71" actId="164"/>
          <ac:picMkLst>
            <pc:docMk/>
            <pc:sldMk cId="419806723" sldId="902"/>
            <ac:picMk id="11" creationId="{7AF99748-FBB8-F12B-57F7-7DD53F36B5C6}"/>
          </ac:picMkLst>
        </pc:picChg>
        <pc:picChg chg="add mod modCrop">
          <ac:chgData name="Sofia Cominelli" userId="d5cf5f72-5ddb-4854-83b6-10ecff758a15" providerId="ADAL" clId="{D984B714-10F9-4A73-A47D-ED91CE260750}" dt="2025-10-13T15:34:01.722" v="71" actId="164"/>
          <ac:picMkLst>
            <pc:docMk/>
            <pc:sldMk cId="419806723" sldId="902"/>
            <ac:picMk id="12" creationId="{4EB28CBD-F4B1-21BF-11B6-62457F87F9AC}"/>
          </ac:picMkLst>
        </pc:picChg>
        <pc:picChg chg="add mod modCrop">
          <ac:chgData name="Sofia Cominelli" userId="d5cf5f72-5ddb-4854-83b6-10ecff758a15" providerId="ADAL" clId="{D984B714-10F9-4A73-A47D-ED91CE260750}" dt="2025-10-13T15:34:01.722" v="71" actId="164"/>
          <ac:picMkLst>
            <pc:docMk/>
            <pc:sldMk cId="419806723" sldId="902"/>
            <ac:picMk id="13" creationId="{AF32ED17-A77B-7E15-282E-445C6535BBA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D8A19-9FC7-C567-0910-C85D1E424E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4354B-8282-6CFC-418A-34A1A0E12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7CA6A-6D93-B46C-5C67-48027697F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2463-B35F-4244-8A96-0B919C34BDA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7D9E9-8185-8335-B298-BBFE5F66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3633C-98D4-1B1F-D0AD-0D999ED4E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0408-DF4A-48B4-8A07-ACE6CE6F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562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0E59D-ED11-0964-5F49-38098E9DE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BBAA5-F12F-45DF-C263-1F706D747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575FC-3833-5EDF-A631-B05F7DA6A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2463-B35F-4244-8A96-0B919C34BDA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1C78C-1808-992D-808E-ECBBEAD74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0EC50-21DB-CCC3-3BC5-362BACA2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0408-DF4A-48B4-8A07-ACE6CE6F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654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9F58C-48BE-8D09-B818-0427D5B88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8CEF3-40CA-E9BF-3785-54A2A13D9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6ACC1-4109-DD05-F336-174CAF1FA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2463-B35F-4244-8A96-0B919C34BDA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48A80-2039-06FE-E510-4C802D813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BFA1D-3C71-90A6-BCB6-0E3554432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0408-DF4A-48B4-8A07-ACE6CE6F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60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48A5E-84D0-1142-8524-76726BD73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67A7C-969D-F304-6112-8606A1BD2D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45110-7E58-DE74-5B87-EFCAFC24C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22FDC-51BE-7308-9B6F-E49114E57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2463-B35F-4244-8A96-0B919C34BDA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D9192-42CB-AF7D-6173-E277DD61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637B4-A6D0-3639-0E25-2A61C442B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0408-DF4A-48B4-8A07-ACE6CE6F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453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7589-93A7-C0DA-C4DA-4826D1ACC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5083E-46D0-F843-98F4-90913EACA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E6503-F510-B47C-5ED8-F32A44602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B7830E-E128-6A21-7808-0895C364C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82ED38-69E4-AB11-94A4-E92A533738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0EA774-94EA-755C-29DF-524BCA1A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2463-B35F-4244-8A96-0B919C34BDA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D97FA-8AD6-4E3D-7367-722C59D56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E493AE-2615-2188-16CB-27C3FC10F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0408-DF4A-48B4-8A07-ACE6CE6F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9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3A034-3BC5-42F9-02AA-B72F26BBA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18BD38-6504-52B4-C329-A2EE29D29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2463-B35F-4244-8A96-0B919C34BDA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FB3A69-DD4F-EDF6-32E3-52876231E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EB46A2-17A9-ABC8-0ACB-740ABC45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0408-DF4A-48B4-8A07-ACE6CE6F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375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59E136-8BD3-0653-0EC8-28E0C5583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2463-B35F-4244-8A96-0B919C34BDA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23E8B8-A758-9C6E-6748-0FF68D79D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BAFF4-5094-784A-D267-25BF3D33B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0408-DF4A-48B4-8A07-ACE6CE6F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45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EB125-3A97-972F-20EA-C05CDFB7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5B44-E175-1FA1-ACCE-08A53E869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27B52-0B71-AF9E-4851-CE8D3D438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A0D61-8C8D-E4CB-546B-7D3A6377B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2463-B35F-4244-8A96-0B919C34BDA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781DF-8912-8747-84B6-1F6F8ADA2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EF9C9-1998-39F1-FB67-593314EAE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0408-DF4A-48B4-8A07-ACE6CE6F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60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C85D1-E590-3F7F-2276-AA9D92141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A59558-F915-7E9B-01ED-5835EB8216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178962-FF68-CCAD-AB7C-68CCD0F18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D9F42-A100-A43E-7718-3D26AD7A3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2463-B35F-4244-8A96-0B919C34BDA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8CFBA-2424-10E6-5A9B-825A1677F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C4F21-2B58-640E-F7EB-385CD9DB5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0408-DF4A-48B4-8A07-ACE6CE6F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66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2CB83-DEDB-BCD7-5893-3022362EE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0168C1-0537-7EB2-36DE-F9AFFBC56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B3ED-6465-8488-8285-854D8D0D0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2463-B35F-4244-8A96-0B919C34BDA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F9776-93E1-892C-44EA-F911CFAA6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6C30F-6EA9-BFEE-C17B-91464AF30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0408-DF4A-48B4-8A07-ACE6CE6F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198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DAED0E-96FC-A0C3-62C3-D3512DFACD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74D533-120E-430F-4539-B4572DF83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8DFAF-A89B-5DEC-C5D7-A915FFD92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2463-B35F-4244-8A96-0B919C34BDA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2BDDF-6D1C-2510-2515-72D7957FF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51979-CE7B-73D2-0869-BBAA34946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0408-DF4A-48B4-8A07-ACE6CE6F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7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E7848D-1425-0375-1D60-A4EBC6EDC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28D21-CE35-C126-5017-C5696B632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2AA1C-5F36-BC76-0E30-AD309C9A39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192463-B35F-4244-8A96-0B919C34BDA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6E58E-752B-FDE5-BAF5-A12AE4710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5AA47-94AE-F282-4DF1-B4150730C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D0408-DF4A-48B4-8A07-ACE6CE6F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99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1132113" y="424871"/>
            <a:ext cx="10765971" cy="598386"/>
          </a:xfr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buNone/>
            </a:pPr>
            <a:r>
              <a:rPr lang="en-US" sz="4800" dirty="0">
                <a:ea typeface="+mj-ea"/>
                <a:cs typeface="+mj-cs"/>
              </a:rPr>
              <a:t>Soil test P with history of broadcast P fertilizer in no-till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5917" r="23504"/>
          <a:stretch/>
        </p:blipFill>
        <p:spPr>
          <a:xfrm>
            <a:off x="3108838" y="1643743"/>
            <a:ext cx="5665049" cy="5567870"/>
          </a:xfrm>
          <a:prstGeom prst="rect">
            <a:avLst/>
          </a:prstGeom>
        </p:spPr>
      </p:pic>
      <p:pic>
        <p:nvPicPr>
          <p:cNvPr id="7" name="Picture 2" descr="https://png2.kisspng.com/sh/2dad4fac754276fe2b24c04c25a0f056/L0KzQYm3UsAzN5VpiZH0aYP2gLBuTf1icatqRdZ7YXPkdbBoTfZzaZh3edD8LXPvecG0ggJ1NZR0itC2cHzkfsW0VfE4PJI2T9cEZEm7SYW1WMA6Pmg9S6U6NUG6RYq5WcU5PmU6TZD5bne=/kisspng-maize-dracaena-fragrans-clip-art-corn-plant-5a74a17e9d9894.8096783315175929586455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" t="3125" r="82031" b="70312"/>
          <a:stretch/>
        </p:blipFill>
        <p:spPr bwMode="auto">
          <a:xfrm>
            <a:off x="3625797" y="1356014"/>
            <a:ext cx="1228379" cy="1044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9554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45807" r="40493"/>
          <a:stretch/>
        </p:blipFill>
        <p:spPr>
          <a:xfrm>
            <a:off x="3080659" y="1734672"/>
            <a:ext cx="5714999" cy="5574913"/>
          </a:xfrm>
          <a:prstGeom prst="rect">
            <a:avLst/>
          </a:prstGeom>
        </p:spPr>
      </p:pic>
      <p:pic>
        <p:nvPicPr>
          <p:cNvPr id="8" name="Picture 2" descr="https://png2.kisspng.com/sh/2dad4fac754276fe2b24c04c25a0f056/L0KzQYm3UsAzN5VpiZH0aYP2gLBuTf1icatqRdZ7YXPkdbBoTfZzaZh3edD8LXPvecG0ggJ1NZR0itC2cHzkfsW0VfE4PJI2T9cEZEm7SYW1WMA6Pmg9S6U6NUG6RYq5WcU5PmU6TZD5bne=/kisspng-maize-dracaena-fragrans-clip-art-corn-plant-5a74a17e9d9894.8096783315175929586455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" t="3125" r="82031" b="70312"/>
          <a:stretch/>
        </p:blipFill>
        <p:spPr bwMode="auto">
          <a:xfrm>
            <a:off x="3640640" y="1360715"/>
            <a:ext cx="1228379" cy="1044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EC77ACA8-00D9-3A8E-DA84-FA55A00FC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343" y="434853"/>
            <a:ext cx="10765971" cy="598386"/>
          </a:xfr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buNone/>
            </a:pPr>
            <a:r>
              <a:rPr lang="en-US" sz="4800" dirty="0">
                <a:ea typeface="+mj-ea"/>
                <a:cs typeface="+mj-cs"/>
              </a:rPr>
              <a:t>Soil test P with history of band-applied P fertilizer in strip-till</a:t>
            </a:r>
          </a:p>
        </p:txBody>
      </p:sp>
    </p:spTree>
    <p:extLst>
      <p:ext uri="{BB962C8B-B14F-4D97-AF65-F5344CB8AC3E}">
        <p14:creationId xmlns:p14="http://schemas.microsoft.com/office/powerpoint/2010/main" val="2997158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6901" y="79966"/>
            <a:ext cx="10862657" cy="1143000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Stratification/changes in soil pH with N application methods/source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-1" b="46029"/>
          <a:stretch/>
        </p:blipFill>
        <p:spPr>
          <a:xfrm>
            <a:off x="1562100" y="2378789"/>
            <a:ext cx="3952766" cy="39360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8391" b="6968"/>
          <a:stretch/>
        </p:blipFill>
        <p:spPr>
          <a:xfrm>
            <a:off x="6101513" y="2378789"/>
            <a:ext cx="4118867" cy="39047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33148" y="1521178"/>
            <a:ext cx="236814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u="sng" dirty="0"/>
              <a:t>UAN w/ strip-till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4201" y="1521178"/>
            <a:ext cx="304980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u="sng" dirty="0"/>
              <a:t>Anhydrous-Ammonia</a:t>
            </a:r>
          </a:p>
        </p:txBody>
      </p:sp>
      <p:pic>
        <p:nvPicPr>
          <p:cNvPr id="8" name="Picture 2" descr="https://png2.kisspng.com/sh/2dad4fac754276fe2b24c04c25a0f056/L0KzQYm3UsAzN5VpiZH0aYP2gLBuTf1icatqRdZ7YXPkdbBoTfZzaZh3edD8LXPvecG0ggJ1NZR0itC2cHzkfsW0VfE4PJI2T9cEZEm7SYW1WMA6Pmg9S6U6NUG6RYq5WcU5PmU6TZD5bne=/kisspng-maize-dracaena-fragrans-clip-art-corn-plant-5a74a17e9d9894.8096783315175929586455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" t="3125" r="82031" b="70312"/>
          <a:stretch/>
        </p:blipFill>
        <p:spPr bwMode="auto">
          <a:xfrm>
            <a:off x="1749962" y="1758095"/>
            <a:ext cx="1228379" cy="1044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s://png2.kisspng.com/sh/2dad4fac754276fe2b24c04c25a0f056/L0KzQYm3UsAzN5VpiZH0aYP2gLBuTf1icatqRdZ7YXPkdbBoTfZzaZh3edD8LXPvecG0ggJ1NZR0itC2cHzkfsW0VfE4PJI2T9cEZEm7SYW1WMA6Pmg9S6U6NUG6RYq5WcU5PmU6TZD5bne=/kisspng-maize-dracaena-fragrans-clip-art-corn-plant-5a74a17e9d9894.8096783315175929586455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" t="3125" r="82031" b="70312"/>
          <a:stretch/>
        </p:blipFill>
        <p:spPr bwMode="auto">
          <a:xfrm>
            <a:off x="6455036" y="1758095"/>
            <a:ext cx="1228379" cy="1044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658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39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Stratification/changes in soil pH with N application methods/source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Dorivar Ruiz Diaz</dc:creator>
  <cp:lastModifiedBy>Sofia Cominelli</cp:lastModifiedBy>
  <cp:revision>1</cp:revision>
  <dcterms:created xsi:type="dcterms:W3CDTF">2025-07-03T16:48:32Z</dcterms:created>
  <dcterms:modified xsi:type="dcterms:W3CDTF">2025-10-13T15:36:37Z</dcterms:modified>
</cp:coreProperties>
</file>